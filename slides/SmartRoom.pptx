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1" r:id="rId7"/>
    <p:sldId id="260" r:id="rId8"/>
    <p:sldId id="266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0AD94AB-64DD-4860-B4FE-E86948397E2B}" type="doc">
      <dgm:prSet loTypeId="urn:microsoft.com/office/officeart/2005/8/layout/radial1" loCatId="relationship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it-IT"/>
        </a:p>
      </dgm:t>
    </dgm:pt>
    <dgm:pt modelId="{4F2F24A1-EC56-4D12-992A-3DBDBCE9871E}">
      <dgm:prSet phldrT="[Testo]" phldr="0"/>
      <dgm:spPr/>
      <dgm:t>
        <a:bodyPr/>
        <a:lstStyle/>
        <a:p>
          <a:r>
            <a:rPr lang="it-IT" dirty="0"/>
            <a:t>Broker MQTT</a:t>
          </a:r>
        </a:p>
      </dgm:t>
    </dgm:pt>
    <dgm:pt modelId="{1D626F18-375F-420F-9ED6-D209D81FE5F9}" type="parTrans" cxnId="{D1B769DC-8F6E-4D8C-B3EF-F97AFA64B116}">
      <dgm:prSet/>
      <dgm:spPr/>
      <dgm:t>
        <a:bodyPr/>
        <a:lstStyle/>
        <a:p>
          <a:endParaRPr lang="it-IT"/>
        </a:p>
      </dgm:t>
    </dgm:pt>
    <dgm:pt modelId="{3AE47A93-E668-4A68-A07A-063E780408CC}" type="sibTrans" cxnId="{D1B769DC-8F6E-4D8C-B3EF-F97AFA64B116}">
      <dgm:prSet/>
      <dgm:spPr/>
      <dgm:t>
        <a:bodyPr/>
        <a:lstStyle/>
        <a:p>
          <a:endParaRPr lang="it-IT"/>
        </a:p>
      </dgm:t>
    </dgm:pt>
    <dgm:pt modelId="{D4CBBA36-5EE6-4425-98F5-56C2AD221F58}">
      <dgm:prSet phldrT="[Testo]" phldr="0" custT="1"/>
      <dgm:spPr/>
      <dgm:t>
        <a:bodyPr/>
        <a:lstStyle/>
        <a:p>
          <a:r>
            <a:rPr lang="it-IT" sz="900" dirty="0"/>
            <a:t>Climatizzatore Smart</a:t>
          </a:r>
        </a:p>
      </dgm:t>
    </dgm:pt>
    <dgm:pt modelId="{0FB9988A-5442-4D75-9A29-73FE93F76A75}" type="parTrans" cxnId="{EADF45C1-1E55-4C06-9135-A5F2006BAC60}">
      <dgm:prSet/>
      <dgm:spPr>
        <a:ln>
          <a:solidFill>
            <a:schemeClr val="accent1"/>
          </a:solidFill>
          <a:headEnd type="triangle" w="med" len="med"/>
          <a:tailEnd type="triangle" w="med" len="med"/>
        </a:ln>
      </dgm:spPr>
      <dgm:t>
        <a:bodyPr/>
        <a:lstStyle/>
        <a:p>
          <a:endParaRPr lang="it-IT"/>
        </a:p>
      </dgm:t>
    </dgm:pt>
    <dgm:pt modelId="{2DBAF598-C3B3-453D-A02B-72C9C376AD3D}" type="sibTrans" cxnId="{EADF45C1-1E55-4C06-9135-A5F2006BAC60}">
      <dgm:prSet/>
      <dgm:spPr/>
      <dgm:t>
        <a:bodyPr/>
        <a:lstStyle/>
        <a:p>
          <a:endParaRPr lang="it-IT"/>
        </a:p>
      </dgm:t>
    </dgm:pt>
    <dgm:pt modelId="{C1C4578B-16DA-4CC1-8ED5-96E51C69D58F}">
      <dgm:prSet phldrT="[Testo]" phldr="0" custT="1"/>
      <dgm:spPr/>
      <dgm:t>
        <a:bodyPr/>
        <a:lstStyle/>
        <a:p>
          <a:r>
            <a:rPr lang="it-IT" sz="1600" dirty="0"/>
            <a:t>Sensore Porta</a:t>
          </a:r>
        </a:p>
      </dgm:t>
    </dgm:pt>
    <dgm:pt modelId="{BD329970-21CC-43A7-9B09-058B02E0B936}" type="parTrans" cxnId="{5116A3F4-533A-4923-83BA-D02794348225}">
      <dgm:prSet/>
      <dgm:spPr>
        <a:ln>
          <a:solidFill>
            <a:schemeClr val="accent1"/>
          </a:solidFill>
          <a:headEnd type="triangle" w="med" len="med"/>
          <a:tailEnd type="none" w="med" len="med"/>
        </a:ln>
      </dgm:spPr>
      <dgm:t>
        <a:bodyPr/>
        <a:lstStyle/>
        <a:p>
          <a:endParaRPr lang="it-IT"/>
        </a:p>
      </dgm:t>
    </dgm:pt>
    <dgm:pt modelId="{0D7020C4-83A8-4033-BC93-4CD4B701C0D0}" type="sibTrans" cxnId="{5116A3F4-533A-4923-83BA-D02794348225}">
      <dgm:prSet/>
      <dgm:spPr/>
      <dgm:t>
        <a:bodyPr/>
        <a:lstStyle/>
        <a:p>
          <a:endParaRPr lang="it-IT"/>
        </a:p>
      </dgm:t>
    </dgm:pt>
    <dgm:pt modelId="{45B46F3B-9CF5-41F6-9DAE-B9BA8106EB3E}">
      <dgm:prSet phldrT="[Testo]" phldr="0" custT="1"/>
      <dgm:spPr/>
      <dgm:t>
        <a:bodyPr/>
        <a:lstStyle/>
        <a:p>
          <a:r>
            <a:rPr lang="it-IT" sz="1600" dirty="0"/>
            <a:t>Sensore Finestra</a:t>
          </a:r>
        </a:p>
      </dgm:t>
    </dgm:pt>
    <dgm:pt modelId="{BD279EF1-7CAF-408F-8834-08443861CAE7}" type="parTrans" cxnId="{CDC99557-E83A-4B10-B3DE-57BE1F358DC1}">
      <dgm:prSet/>
      <dgm:spPr>
        <a:ln>
          <a:solidFill>
            <a:schemeClr val="accent1"/>
          </a:solidFill>
          <a:headEnd type="triangle" w="med" len="med"/>
          <a:tailEnd type="none" w="med" len="med"/>
        </a:ln>
      </dgm:spPr>
      <dgm:t>
        <a:bodyPr/>
        <a:lstStyle/>
        <a:p>
          <a:endParaRPr lang="it-IT"/>
        </a:p>
      </dgm:t>
    </dgm:pt>
    <dgm:pt modelId="{E8A8CCB8-25BA-468A-B7AD-62407CD1CE1E}" type="sibTrans" cxnId="{CDC99557-E83A-4B10-B3DE-57BE1F358DC1}">
      <dgm:prSet/>
      <dgm:spPr/>
      <dgm:t>
        <a:bodyPr/>
        <a:lstStyle/>
        <a:p>
          <a:endParaRPr lang="it-IT"/>
        </a:p>
      </dgm:t>
    </dgm:pt>
    <dgm:pt modelId="{FF961922-3610-4D23-9E57-EE7F9FB0153F}">
      <dgm:prSet phldrT="[Testo]" phldr="0" custT="1"/>
      <dgm:spPr/>
      <dgm:t>
        <a:bodyPr/>
        <a:lstStyle/>
        <a:p>
          <a:r>
            <a:rPr lang="it-IT" sz="1100" dirty="0"/>
            <a:t>Sensore Atmosferico</a:t>
          </a:r>
        </a:p>
      </dgm:t>
    </dgm:pt>
    <dgm:pt modelId="{7413B9D6-E83C-4DA3-A8AE-BE8F3B32463D}" type="parTrans" cxnId="{37FFAABA-FED6-4337-B2CC-97184F766D60}">
      <dgm:prSet/>
      <dgm:spPr>
        <a:ln>
          <a:solidFill>
            <a:schemeClr val="accent1"/>
          </a:solidFill>
          <a:headEnd type="triangle" w="med" len="med"/>
          <a:tailEnd type="none" w="med" len="med"/>
        </a:ln>
      </dgm:spPr>
      <dgm:t>
        <a:bodyPr/>
        <a:lstStyle/>
        <a:p>
          <a:endParaRPr lang="it-IT"/>
        </a:p>
      </dgm:t>
    </dgm:pt>
    <dgm:pt modelId="{941CDE4B-A3AB-4C2C-9407-225F5AAA222E}" type="sibTrans" cxnId="{37FFAABA-FED6-4337-B2CC-97184F766D60}">
      <dgm:prSet/>
      <dgm:spPr/>
      <dgm:t>
        <a:bodyPr/>
        <a:lstStyle/>
        <a:p>
          <a:endParaRPr lang="it-IT"/>
        </a:p>
      </dgm:t>
    </dgm:pt>
    <dgm:pt modelId="{7515E4EB-7ADC-40D6-BF74-8BF8D67BD179}">
      <dgm:prSet phldrT="[Testo]" phldr="0"/>
      <dgm:spPr/>
      <dgm:t>
        <a:bodyPr/>
        <a:lstStyle/>
        <a:p>
          <a:r>
            <a:rPr lang="it-IT" dirty="0"/>
            <a:t>Information Display</a:t>
          </a:r>
        </a:p>
      </dgm:t>
    </dgm:pt>
    <dgm:pt modelId="{220B459C-B6C9-4014-AC4A-371CDDA10F48}" type="parTrans" cxnId="{4938351D-B943-482A-9F49-29F8B2F06A32}">
      <dgm:prSet/>
      <dgm:spPr>
        <a:ln>
          <a:solidFill>
            <a:schemeClr val="accent1"/>
          </a:solidFill>
          <a:headEnd type="none" w="med" len="med"/>
          <a:tailEnd type="triangle" w="med" len="med"/>
        </a:ln>
      </dgm:spPr>
      <dgm:t>
        <a:bodyPr/>
        <a:lstStyle/>
        <a:p>
          <a:endParaRPr lang="it-IT"/>
        </a:p>
      </dgm:t>
    </dgm:pt>
    <dgm:pt modelId="{8EA64147-6EC8-405A-9E73-0E1207A451A6}" type="sibTrans" cxnId="{4938351D-B943-482A-9F49-29F8B2F06A32}">
      <dgm:prSet/>
      <dgm:spPr/>
      <dgm:t>
        <a:bodyPr/>
        <a:lstStyle/>
        <a:p>
          <a:endParaRPr lang="it-IT"/>
        </a:p>
      </dgm:t>
    </dgm:pt>
    <dgm:pt modelId="{E404FD97-AB36-49A1-A498-03543D9E5134}">
      <dgm:prSet phldrT="[Testo]" phldr="0"/>
      <dgm:spPr/>
      <dgm:t>
        <a:bodyPr/>
        <a:lstStyle/>
        <a:p>
          <a:r>
            <a:rPr lang="it-IT" dirty="0"/>
            <a:t>Pannello Elettrico Smart</a:t>
          </a:r>
        </a:p>
      </dgm:t>
    </dgm:pt>
    <dgm:pt modelId="{38A28E3D-7497-4900-87E8-AD95982C7D5C}" type="parTrans" cxnId="{23554FBE-C1FD-42C5-A90B-60235213EA4D}">
      <dgm:prSet/>
      <dgm:spPr>
        <a:ln>
          <a:solidFill>
            <a:schemeClr val="accent1"/>
          </a:solidFill>
          <a:headEnd type="triangle" w="med" len="med"/>
          <a:tailEnd type="triangle" w="med" len="med"/>
        </a:ln>
      </dgm:spPr>
      <dgm:t>
        <a:bodyPr/>
        <a:lstStyle/>
        <a:p>
          <a:endParaRPr lang="it-IT"/>
        </a:p>
      </dgm:t>
    </dgm:pt>
    <dgm:pt modelId="{1BFCC645-B830-44D6-86C8-24DFCE022B0A}" type="sibTrans" cxnId="{23554FBE-C1FD-42C5-A90B-60235213EA4D}">
      <dgm:prSet/>
      <dgm:spPr/>
      <dgm:t>
        <a:bodyPr/>
        <a:lstStyle/>
        <a:p>
          <a:endParaRPr lang="it-IT"/>
        </a:p>
      </dgm:t>
    </dgm:pt>
    <dgm:pt modelId="{29418AA2-4074-4167-B8EF-CC1D942E00AF}">
      <dgm:prSet phldrT="[Testo]" phldr="0" custT="1"/>
      <dgm:spPr/>
      <dgm:t>
        <a:bodyPr/>
        <a:lstStyle/>
        <a:p>
          <a:r>
            <a:rPr lang="it-IT" sz="1800" dirty="0"/>
            <a:t>DC&amp;M</a:t>
          </a:r>
        </a:p>
      </dgm:t>
    </dgm:pt>
    <dgm:pt modelId="{EAD8098E-DEAF-4562-A55A-50E4DDC87B8E}" type="parTrans" cxnId="{461DC357-1082-4EE0-B4C2-5D85940CDC04}">
      <dgm:prSet/>
      <dgm:spPr>
        <a:ln>
          <a:solidFill>
            <a:schemeClr val="accent1"/>
          </a:solidFill>
          <a:headEnd type="arrow" w="med" len="med"/>
          <a:tailEnd type="arrow" w="med" len="med"/>
        </a:ln>
      </dgm:spPr>
      <dgm:t>
        <a:bodyPr/>
        <a:lstStyle/>
        <a:p>
          <a:endParaRPr lang="it-IT"/>
        </a:p>
      </dgm:t>
    </dgm:pt>
    <dgm:pt modelId="{728C5FF5-1F30-4643-A646-0F655314F87D}" type="sibTrans" cxnId="{461DC357-1082-4EE0-B4C2-5D85940CDC04}">
      <dgm:prSet/>
      <dgm:spPr/>
      <dgm:t>
        <a:bodyPr/>
        <a:lstStyle/>
        <a:p>
          <a:endParaRPr lang="it-IT"/>
        </a:p>
      </dgm:t>
    </dgm:pt>
    <dgm:pt modelId="{E4B979F4-0D2F-4044-91D8-CE52EC4DD4DD}" type="pres">
      <dgm:prSet presAssocID="{10AD94AB-64DD-4860-B4FE-E86948397E2B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128F0498-4E18-4B13-BA85-6C33A525711E}" type="pres">
      <dgm:prSet presAssocID="{4F2F24A1-EC56-4D12-992A-3DBDBCE9871E}" presName="centerShape" presStyleLbl="node0" presStyleIdx="0" presStyleCnt="1"/>
      <dgm:spPr/>
    </dgm:pt>
    <dgm:pt modelId="{81CF8CE1-DD1F-4506-8AD5-23786BBD7B00}" type="pres">
      <dgm:prSet presAssocID="{0FB9988A-5442-4D75-9A29-73FE93F76A75}" presName="Name9" presStyleLbl="parChTrans1D2" presStyleIdx="0" presStyleCnt="7"/>
      <dgm:spPr/>
    </dgm:pt>
    <dgm:pt modelId="{95F64EDD-75A4-40E6-A6AC-6A4C9DCABB4B}" type="pres">
      <dgm:prSet presAssocID="{0FB9988A-5442-4D75-9A29-73FE93F76A75}" presName="connTx" presStyleLbl="parChTrans1D2" presStyleIdx="0" presStyleCnt="7"/>
      <dgm:spPr/>
    </dgm:pt>
    <dgm:pt modelId="{0C1C1041-AB76-4596-9282-46DBD8E226BC}" type="pres">
      <dgm:prSet presAssocID="{D4CBBA36-5EE6-4425-98F5-56C2AD221F58}" presName="node" presStyleLbl="node1" presStyleIdx="0" presStyleCnt="7">
        <dgm:presLayoutVars>
          <dgm:bulletEnabled val="1"/>
        </dgm:presLayoutVars>
      </dgm:prSet>
      <dgm:spPr/>
    </dgm:pt>
    <dgm:pt modelId="{095DEDE3-19E8-4353-9204-86724AD34C0F}" type="pres">
      <dgm:prSet presAssocID="{BD329970-21CC-43A7-9B09-058B02E0B936}" presName="Name9" presStyleLbl="parChTrans1D2" presStyleIdx="1" presStyleCnt="7"/>
      <dgm:spPr/>
    </dgm:pt>
    <dgm:pt modelId="{D7C8F9BB-716A-4EB3-A786-FE0F3D0196A3}" type="pres">
      <dgm:prSet presAssocID="{BD329970-21CC-43A7-9B09-058B02E0B936}" presName="connTx" presStyleLbl="parChTrans1D2" presStyleIdx="1" presStyleCnt="7"/>
      <dgm:spPr/>
    </dgm:pt>
    <dgm:pt modelId="{0E2E30CC-87FE-41CA-98CF-44C9702E6E46}" type="pres">
      <dgm:prSet presAssocID="{C1C4578B-16DA-4CC1-8ED5-96E51C69D58F}" presName="node" presStyleLbl="node1" presStyleIdx="1" presStyleCnt="7">
        <dgm:presLayoutVars>
          <dgm:bulletEnabled val="1"/>
        </dgm:presLayoutVars>
      </dgm:prSet>
      <dgm:spPr/>
    </dgm:pt>
    <dgm:pt modelId="{6CE19204-FD8C-4150-B431-34BEFBC24FF5}" type="pres">
      <dgm:prSet presAssocID="{BD279EF1-7CAF-408F-8834-08443861CAE7}" presName="Name9" presStyleLbl="parChTrans1D2" presStyleIdx="2" presStyleCnt="7"/>
      <dgm:spPr/>
    </dgm:pt>
    <dgm:pt modelId="{3CFD8BAE-52A6-4C61-914C-AD45A40D09A6}" type="pres">
      <dgm:prSet presAssocID="{BD279EF1-7CAF-408F-8834-08443861CAE7}" presName="connTx" presStyleLbl="parChTrans1D2" presStyleIdx="2" presStyleCnt="7"/>
      <dgm:spPr/>
    </dgm:pt>
    <dgm:pt modelId="{73267C5F-EFEB-463A-9842-8237AF88AF97}" type="pres">
      <dgm:prSet presAssocID="{45B46F3B-9CF5-41F6-9DAE-B9BA8106EB3E}" presName="node" presStyleLbl="node1" presStyleIdx="2" presStyleCnt="7">
        <dgm:presLayoutVars>
          <dgm:bulletEnabled val="1"/>
        </dgm:presLayoutVars>
      </dgm:prSet>
      <dgm:spPr/>
    </dgm:pt>
    <dgm:pt modelId="{EC3966FA-A66E-4DD5-BF26-871430298DBE}" type="pres">
      <dgm:prSet presAssocID="{7413B9D6-E83C-4DA3-A8AE-BE8F3B32463D}" presName="Name9" presStyleLbl="parChTrans1D2" presStyleIdx="3" presStyleCnt="7"/>
      <dgm:spPr/>
    </dgm:pt>
    <dgm:pt modelId="{259C8C35-0BB2-48E7-A59D-AB896232BF0F}" type="pres">
      <dgm:prSet presAssocID="{7413B9D6-E83C-4DA3-A8AE-BE8F3B32463D}" presName="connTx" presStyleLbl="parChTrans1D2" presStyleIdx="3" presStyleCnt="7"/>
      <dgm:spPr/>
    </dgm:pt>
    <dgm:pt modelId="{77B41778-23D5-464E-A637-052F9DA18280}" type="pres">
      <dgm:prSet presAssocID="{FF961922-3610-4D23-9E57-EE7F9FB0153F}" presName="node" presStyleLbl="node1" presStyleIdx="3" presStyleCnt="7">
        <dgm:presLayoutVars>
          <dgm:bulletEnabled val="1"/>
        </dgm:presLayoutVars>
      </dgm:prSet>
      <dgm:spPr/>
    </dgm:pt>
    <dgm:pt modelId="{19C80693-6F7A-4B89-BAFE-ECF4AEC7402E}" type="pres">
      <dgm:prSet presAssocID="{220B459C-B6C9-4014-AC4A-371CDDA10F48}" presName="Name9" presStyleLbl="parChTrans1D2" presStyleIdx="4" presStyleCnt="7"/>
      <dgm:spPr/>
    </dgm:pt>
    <dgm:pt modelId="{1B96B6D6-E79F-4E27-A8F6-C372B2D28F4B}" type="pres">
      <dgm:prSet presAssocID="{220B459C-B6C9-4014-AC4A-371CDDA10F48}" presName="connTx" presStyleLbl="parChTrans1D2" presStyleIdx="4" presStyleCnt="7"/>
      <dgm:spPr/>
    </dgm:pt>
    <dgm:pt modelId="{97A6D81C-3BE2-4FEC-A4AA-F8EC3CF380DC}" type="pres">
      <dgm:prSet presAssocID="{7515E4EB-7ADC-40D6-BF74-8BF8D67BD179}" presName="node" presStyleLbl="node1" presStyleIdx="4" presStyleCnt="7">
        <dgm:presLayoutVars>
          <dgm:bulletEnabled val="1"/>
        </dgm:presLayoutVars>
      </dgm:prSet>
      <dgm:spPr/>
    </dgm:pt>
    <dgm:pt modelId="{8918DB28-CD2C-4773-8AA5-91B065A909FD}" type="pres">
      <dgm:prSet presAssocID="{38A28E3D-7497-4900-87E8-AD95982C7D5C}" presName="Name9" presStyleLbl="parChTrans1D2" presStyleIdx="5" presStyleCnt="7"/>
      <dgm:spPr/>
    </dgm:pt>
    <dgm:pt modelId="{BD3BBFFA-C8D3-4FC1-94E5-E6913B1BAD2B}" type="pres">
      <dgm:prSet presAssocID="{38A28E3D-7497-4900-87E8-AD95982C7D5C}" presName="connTx" presStyleLbl="parChTrans1D2" presStyleIdx="5" presStyleCnt="7"/>
      <dgm:spPr/>
    </dgm:pt>
    <dgm:pt modelId="{478BE356-420E-4DE5-976A-C6206C7BA8E8}" type="pres">
      <dgm:prSet presAssocID="{E404FD97-AB36-49A1-A498-03543D9E5134}" presName="node" presStyleLbl="node1" presStyleIdx="5" presStyleCnt="7">
        <dgm:presLayoutVars>
          <dgm:bulletEnabled val="1"/>
        </dgm:presLayoutVars>
      </dgm:prSet>
      <dgm:spPr/>
    </dgm:pt>
    <dgm:pt modelId="{9A5D03B3-32D0-4FAD-997D-BC96C35420A9}" type="pres">
      <dgm:prSet presAssocID="{EAD8098E-DEAF-4562-A55A-50E4DDC87B8E}" presName="Name9" presStyleLbl="parChTrans1D2" presStyleIdx="6" presStyleCnt="7"/>
      <dgm:spPr/>
    </dgm:pt>
    <dgm:pt modelId="{DB851EF0-3233-4072-B881-CC8C99C8A9F7}" type="pres">
      <dgm:prSet presAssocID="{EAD8098E-DEAF-4562-A55A-50E4DDC87B8E}" presName="connTx" presStyleLbl="parChTrans1D2" presStyleIdx="6" presStyleCnt="7"/>
      <dgm:spPr/>
    </dgm:pt>
    <dgm:pt modelId="{F0EBADD9-DCA4-4E1C-819E-2A5CD83DC07E}" type="pres">
      <dgm:prSet presAssocID="{29418AA2-4074-4167-B8EF-CC1D942E00AF}" presName="node" presStyleLbl="node1" presStyleIdx="6" presStyleCnt="7">
        <dgm:presLayoutVars>
          <dgm:bulletEnabled val="1"/>
        </dgm:presLayoutVars>
      </dgm:prSet>
      <dgm:spPr/>
    </dgm:pt>
  </dgm:ptLst>
  <dgm:cxnLst>
    <dgm:cxn modelId="{D8896D0A-A7CC-4CD8-9F8A-5D4E7E1370CE}" type="presOf" srcId="{C1C4578B-16DA-4CC1-8ED5-96E51C69D58F}" destId="{0E2E30CC-87FE-41CA-98CF-44C9702E6E46}" srcOrd="0" destOrd="0" presId="urn:microsoft.com/office/officeart/2005/8/layout/radial1"/>
    <dgm:cxn modelId="{4938351D-B943-482A-9F49-29F8B2F06A32}" srcId="{4F2F24A1-EC56-4D12-992A-3DBDBCE9871E}" destId="{7515E4EB-7ADC-40D6-BF74-8BF8D67BD179}" srcOrd="4" destOrd="0" parTransId="{220B459C-B6C9-4014-AC4A-371CDDA10F48}" sibTransId="{8EA64147-6EC8-405A-9E73-0E1207A451A6}"/>
    <dgm:cxn modelId="{0898511F-2B66-4CA5-8D91-67FBDEEC3724}" type="presOf" srcId="{EAD8098E-DEAF-4562-A55A-50E4DDC87B8E}" destId="{9A5D03B3-32D0-4FAD-997D-BC96C35420A9}" srcOrd="0" destOrd="0" presId="urn:microsoft.com/office/officeart/2005/8/layout/radial1"/>
    <dgm:cxn modelId="{8FC44827-8697-42E3-868B-22D431BC7821}" type="presOf" srcId="{7413B9D6-E83C-4DA3-A8AE-BE8F3B32463D}" destId="{EC3966FA-A66E-4DD5-BF26-871430298DBE}" srcOrd="0" destOrd="0" presId="urn:microsoft.com/office/officeart/2005/8/layout/radial1"/>
    <dgm:cxn modelId="{B0B6BE31-8646-4170-A05D-EBF7A769A597}" type="presOf" srcId="{D4CBBA36-5EE6-4425-98F5-56C2AD221F58}" destId="{0C1C1041-AB76-4596-9282-46DBD8E226BC}" srcOrd="0" destOrd="0" presId="urn:microsoft.com/office/officeart/2005/8/layout/radial1"/>
    <dgm:cxn modelId="{41F9F435-A03F-46F6-8C93-EA4A1A7B21E9}" type="presOf" srcId="{BD329970-21CC-43A7-9B09-058B02E0B936}" destId="{D7C8F9BB-716A-4EB3-A786-FE0F3D0196A3}" srcOrd="1" destOrd="0" presId="urn:microsoft.com/office/officeart/2005/8/layout/radial1"/>
    <dgm:cxn modelId="{9087D43A-1FE5-4A9C-AEDE-E89BC846DA88}" type="presOf" srcId="{38A28E3D-7497-4900-87E8-AD95982C7D5C}" destId="{8918DB28-CD2C-4773-8AA5-91B065A909FD}" srcOrd="0" destOrd="0" presId="urn:microsoft.com/office/officeart/2005/8/layout/radial1"/>
    <dgm:cxn modelId="{3C82763F-0AAA-42E9-B586-5B1E5366875D}" type="presOf" srcId="{FF961922-3610-4D23-9E57-EE7F9FB0153F}" destId="{77B41778-23D5-464E-A637-052F9DA18280}" srcOrd="0" destOrd="0" presId="urn:microsoft.com/office/officeart/2005/8/layout/radial1"/>
    <dgm:cxn modelId="{E531195C-1989-4E3D-8473-3D77B8C96981}" type="presOf" srcId="{7413B9D6-E83C-4DA3-A8AE-BE8F3B32463D}" destId="{259C8C35-0BB2-48E7-A59D-AB896232BF0F}" srcOrd="1" destOrd="0" presId="urn:microsoft.com/office/officeart/2005/8/layout/radial1"/>
    <dgm:cxn modelId="{99BA0441-891D-46D3-9070-01093993DCD8}" type="presOf" srcId="{4F2F24A1-EC56-4D12-992A-3DBDBCE9871E}" destId="{128F0498-4E18-4B13-BA85-6C33A525711E}" srcOrd="0" destOrd="0" presId="urn:microsoft.com/office/officeart/2005/8/layout/radial1"/>
    <dgm:cxn modelId="{EEA8F04A-10F1-499A-AA9D-1AAA5DDFAAED}" type="presOf" srcId="{BD329970-21CC-43A7-9B09-058B02E0B936}" destId="{095DEDE3-19E8-4353-9204-86724AD34C0F}" srcOrd="0" destOrd="0" presId="urn:microsoft.com/office/officeart/2005/8/layout/radial1"/>
    <dgm:cxn modelId="{DD10976B-634B-4AC1-BA30-D1B9EB267431}" type="presOf" srcId="{29418AA2-4074-4167-B8EF-CC1D942E00AF}" destId="{F0EBADD9-DCA4-4E1C-819E-2A5CD83DC07E}" srcOrd="0" destOrd="0" presId="urn:microsoft.com/office/officeart/2005/8/layout/radial1"/>
    <dgm:cxn modelId="{C7691C4C-0EB6-4A1A-BEBE-64738ECF63E9}" type="presOf" srcId="{0FB9988A-5442-4D75-9A29-73FE93F76A75}" destId="{81CF8CE1-DD1F-4506-8AD5-23786BBD7B00}" srcOrd="0" destOrd="0" presId="urn:microsoft.com/office/officeart/2005/8/layout/radial1"/>
    <dgm:cxn modelId="{A39E0853-9FEB-4FA7-8399-0D3CAEBCC629}" type="presOf" srcId="{EAD8098E-DEAF-4562-A55A-50E4DDC87B8E}" destId="{DB851EF0-3233-4072-B881-CC8C99C8A9F7}" srcOrd="1" destOrd="0" presId="urn:microsoft.com/office/officeart/2005/8/layout/radial1"/>
    <dgm:cxn modelId="{8A36A556-05C9-4FCD-B61A-495DD0F44833}" type="presOf" srcId="{220B459C-B6C9-4014-AC4A-371CDDA10F48}" destId="{19C80693-6F7A-4B89-BAFE-ECF4AEC7402E}" srcOrd="0" destOrd="0" presId="urn:microsoft.com/office/officeart/2005/8/layout/radial1"/>
    <dgm:cxn modelId="{CDC99557-E83A-4B10-B3DE-57BE1F358DC1}" srcId="{4F2F24A1-EC56-4D12-992A-3DBDBCE9871E}" destId="{45B46F3B-9CF5-41F6-9DAE-B9BA8106EB3E}" srcOrd="2" destOrd="0" parTransId="{BD279EF1-7CAF-408F-8834-08443861CAE7}" sibTransId="{E8A8CCB8-25BA-468A-B7AD-62407CD1CE1E}"/>
    <dgm:cxn modelId="{461DC357-1082-4EE0-B4C2-5D85940CDC04}" srcId="{4F2F24A1-EC56-4D12-992A-3DBDBCE9871E}" destId="{29418AA2-4074-4167-B8EF-CC1D942E00AF}" srcOrd="6" destOrd="0" parTransId="{EAD8098E-DEAF-4562-A55A-50E4DDC87B8E}" sibTransId="{728C5FF5-1F30-4643-A646-0F655314F87D}"/>
    <dgm:cxn modelId="{5D295A58-EB3C-4FFB-8D01-B5D65638CBCA}" type="presOf" srcId="{220B459C-B6C9-4014-AC4A-371CDDA10F48}" destId="{1B96B6D6-E79F-4E27-A8F6-C372B2D28F4B}" srcOrd="1" destOrd="0" presId="urn:microsoft.com/office/officeart/2005/8/layout/radial1"/>
    <dgm:cxn modelId="{C25CAB58-DDBF-41E6-AB28-CAF15DB6665D}" type="presOf" srcId="{7515E4EB-7ADC-40D6-BF74-8BF8D67BD179}" destId="{97A6D81C-3BE2-4FEC-A4AA-F8EC3CF380DC}" srcOrd="0" destOrd="0" presId="urn:microsoft.com/office/officeart/2005/8/layout/radial1"/>
    <dgm:cxn modelId="{C0BBA394-8E51-40DD-AC26-720532744EE0}" type="presOf" srcId="{E404FD97-AB36-49A1-A498-03543D9E5134}" destId="{478BE356-420E-4DE5-976A-C6206C7BA8E8}" srcOrd="0" destOrd="0" presId="urn:microsoft.com/office/officeart/2005/8/layout/radial1"/>
    <dgm:cxn modelId="{427D8CA8-B67D-47A6-9FEB-9ACA400877EB}" type="presOf" srcId="{10AD94AB-64DD-4860-B4FE-E86948397E2B}" destId="{E4B979F4-0D2F-4044-91D8-CE52EC4DD4DD}" srcOrd="0" destOrd="0" presId="urn:microsoft.com/office/officeart/2005/8/layout/radial1"/>
    <dgm:cxn modelId="{A088E2AD-666A-4BDF-8329-43D07127405E}" type="presOf" srcId="{0FB9988A-5442-4D75-9A29-73FE93F76A75}" destId="{95F64EDD-75A4-40E6-A6AC-6A4C9DCABB4B}" srcOrd="1" destOrd="0" presId="urn:microsoft.com/office/officeart/2005/8/layout/radial1"/>
    <dgm:cxn modelId="{37FFAABA-FED6-4337-B2CC-97184F766D60}" srcId="{4F2F24A1-EC56-4D12-992A-3DBDBCE9871E}" destId="{FF961922-3610-4D23-9E57-EE7F9FB0153F}" srcOrd="3" destOrd="0" parTransId="{7413B9D6-E83C-4DA3-A8AE-BE8F3B32463D}" sibTransId="{941CDE4B-A3AB-4C2C-9407-225F5AAA222E}"/>
    <dgm:cxn modelId="{1F7503BB-AF38-43A8-9DE6-C0F807E76747}" type="presOf" srcId="{BD279EF1-7CAF-408F-8834-08443861CAE7}" destId="{3CFD8BAE-52A6-4C61-914C-AD45A40D09A6}" srcOrd="1" destOrd="0" presId="urn:microsoft.com/office/officeart/2005/8/layout/radial1"/>
    <dgm:cxn modelId="{23554FBE-C1FD-42C5-A90B-60235213EA4D}" srcId="{4F2F24A1-EC56-4D12-992A-3DBDBCE9871E}" destId="{E404FD97-AB36-49A1-A498-03543D9E5134}" srcOrd="5" destOrd="0" parTransId="{38A28E3D-7497-4900-87E8-AD95982C7D5C}" sibTransId="{1BFCC645-B830-44D6-86C8-24DFCE022B0A}"/>
    <dgm:cxn modelId="{EADF45C1-1E55-4C06-9135-A5F2006BAC60}" srcId="{4F2F24A1-EC56-4D12-992A-3DBDBCE9871E}" destId="{D4CBBA36-5EE6-4425-98F5-56C2AD221F58}" srcOrd="0" destOrd="0" parTransId="{0FB9988A-5442-4D75-9A29-73FE93F76A75}" sibTransId="{2DBAF598-C3B3-453D-A02B-72C9C376AD3D}"/>
    <dgm:cxn modelId="{49F3A4CA-FAF6-40EF-9074-57D154690319}" type="presOf" srcId="{38A28E3D-7497-4900-87E8-AD95982C7D5C}" destId="{BD3BBFFA-C8D3-4FC1-94E5-E6913B1BAD2B}" srcOrd="1" destOrd="0" presId="urn:microsoft.com/office/officeart/2005/8/layout/radial1"/>
    <dgm:cxn modelId="{FCDE1DDC-4A79-4139-96B4-75584F95182B}" type="presOf" srcId="{BD279EF1-7CAF-408F-8834-08443861CAE7}" destId="{6CE19204-FD8C-4150-B431-34BEFBC24FF5}" srcOrd="0" destOrd="0" presId="urn:microsoft.com/office/officeart/2005/8/layout/radial1"/>
    <dgm:cxn modelId="{D1B769DC-8F6E-4D8C-B3EF-F97AFA64B116}" srcId="{10AD94AB-64DD-4860-B4FE-E86948397E2B}" destId="{4F2F24A1-EC56-4D12-992A-3DBDBCE9871E}" srcOrd="0" destOrd="0" parTransId="{1D626F18-375F-420F-9ED6-D209D81FE5F9}" sibTransId="{3AE47A93-E668-4A68-A07A-063E780408CC}"/>
    <dgm:cxn modelId="{CC11EFDF-B854-4706-B601-52FC2522306E}" type="presOf" srcId="{45B46F3B-9CF5-41F6-9DAE-B9BA8106EB3E}" destId="{73267C5F-EFEB-463A-9842-8237AF88AF97}" srcOrd="0" destOrd="0" presId="urn:microsoft.com/office/officeart/2005/8/layout/radial1"/>
    <dgm:cxn modelId="{5116A3F4-533A-4923-83BA-D02794348225}" srcId="{4F2F24A1-EC56-4D12-992A-3DBDBCE9871E}" destId="{C1C4578B-16DA-4CC1-8ED5-96E51C69D58F}" srcOrd="1" destOrd="0" parTransId="{BD329970-21CC-43A7-9B09-058B02E0B936}" sibTransId="{0D7020C4-83A8-4033-BC93-4CD4B701C0D0}"/>
    <dgm:cxn modelId="{92E26E73-F51C-47A9-BC23-D5EB47593B37}" type="presParOf" srcId="{E4B979F4-0D2F-4044-91D8-CE52EC4DD4DD}" destId="{128F0498-4E18-4B13-BA85-6C33A525711E}" srcOrd="0" destOrd="0" presId="urn:microsoft.com/office/officeart/2005/8/layout/radial1"/>
    <dgm:cxn modelId="{9E23A0F5-9080-4686-B5AB-C3F415711FA5}" type="presParOf" srcId="{E4B979F4-0D2F-4044-91D8-CE52EC4DD4DD}" destId="{81CF8CE1-DD1F-4506-8AD5-23786BBD7B00}" srcOrd="1" destOrd="0" presId="urn:microsoft.com/office/officeart/2005/8/layout/radial1"/>
    <dgm:cxn modelId="{65FF62F9-27AB-4587-B6BD-C7FA5BB02400}" type="presParOf" srcId="{81CF8CE1-DD1F-4506-8AD5-23786BBD7B00}" destId="{95F64EDD-75A4-40E6-A6AC-6A4C9DCABB4B}" srcOrd="0" destOrd="0" presId="urn:microsoft.com/office/officeart/2005/8/layout/radial1"/>
    <dgm:cxn modelId="{C9AC4751-46DC-4428-8FC3-3CD6D1A3E143}" type="presParOf" srcId="{E4B979F4-0D2F-4044-91D8-CE52EC4DD4DD}" destId="{0C1C1041-AB76-4596-9282-46DBD8E226BC}" srcOrd="2" destOrd="0" presId="urn:microsoft.com/office/officeart/2005/8/layout/radial1"/>
    <dgm:cxn modelId="{D8824749-0315-457C-BE25-2AB2F89143D7}" type="presParOf" srcId="{E4B979F4-0D2F-4044-91D8-CE52EC4DD4DD}" destId="{095DEDE3-19E8-4353-9204-86724AD34C0F}" srcOrd="3" destOrd="0" presId="urn:microsoft.com/office/officeart/2005/8/layout/radial1"/>
    <dgm:cxn modelId="{F96BA8A4-5733-4E61-A5FC-4C58016C9DF4}" type="presParOf" srcId="{095DEDE3-19E8-4353-9204-86724AD34C0F}" destId="{D7C8F9BB-716A-4EB3-A786-FE0F3D0196A3}" srcOrd="0" destOrd="0" presId="urn:microsoft.com/office/officeart/2005/8/layout/radial1"/>
    <dgm:cxn modelId="{9C7A11B8-D355-4F7C-B3D2-EC344113BDCD}" type="presParOf" srcId="{E4B979F4-0D2F-4044-91D8-CE52EC4DD4DD}" destId="{0E2E30CC-87FE-41CA-98CF-44C9702E6E46}" srcOrd="4" destOrd="0" presId="urn:microsoft.com/office/officeart/2005/8/layout/radial1"/>
    <dgm:cxn modelId="{89435F98-D01C-4847-9192-2F87528A6BEE}" type="presParOf" srcId="{E4B979F4-0D2F-4044-91D8-CE52EC4DD4DD}" destId="{6CE19204-FD8C-4150-B431-34BEFBC24FF5}" srcOrd="5" destOrd="0" presId="urn:microsoft.com/office/officeart/2005/8/layout/radial1"/>
    <dgm:cxn modelId="{74D5B47F-C548-48AF-94A9-D69F1E784230}" type="presParOf" srcId="{6CE19204-FD8C-4150-B431-34BEFBC24FF5}" destId="{3CFD8BAE-52A6-4C61-914C-AD45A40D09A6}" srcOrd="0" destOrd="0" presId="urn:microsoft.com/office/officeart/2005/8/layout/radial1"/>
    <dgm:cxn modelId="{B90C385F-0575-43B1-AE01-F6AA2F6A834E}" type="presParOf" srcId="{E4B979F4-0D2F-4044-91D8-CE52EC4DD4DD}" destId="{73267C5F-EFEB-463A-9842-8237AF88AF97}" srcOrd="6" destOrd="0" presId="urn:microsoft.com/office/officeart/2005/8/layout/radial1"/>
    <dgm:cxn modelId="{AE86189B-5F01-498C-B732-B86AC54C28B1}" type="presParOf" srcId="{E4B979F4-0D2F-4044-91D8-CE52EC4DD4DD}" destId="{EC3966FA-A66E-4DD5-BF26-871430298DBE}" srcOrd="7" destOrd="0" presId="urn:microsoft.com/office/officeart/2005/8/layout/radial1"/>
    <dgm:cxn modelId="{1B812319-3305-4F3F-93E1-1E2B8414440F}" type="presParOf" srcId="{EC3966FA-A66E-4DD5-BF26-871430298DBE}" destId="{259C8C35-0BB2-48E7-A59D-AB896232BF0F}" srcOrd="0" destOrd="0" presId="urn:microsoft.com/office/officeart/2005/8/layout/radial1"/>
    <dgm:cxn modelId="{B0AA70C8-1264-4231-B3A8-C581C8267DF6}" type="presParOf" srcId="{E4B979F4-0D2F-4044-91D8-CE52EC4DD4DD}" destId="{77B41778-23D5-464E-A637-052F9DA18280}" srcOrd="8" destOrd="0" presId="urn:microsoft.com/office/officeart/2005/8/layout/radial1"/>
    <dgm:cxn modelId="{979933FD-C30D-4E89-A7FF-5765D422517B}" type="presParOf" srcId="{E4B979F4-0D2F-4044-91D8-CE52EC4DD4DD}" destId="{19C80693-6F7A-4B89-BAFE-ECF4AEC7402E}" srcOrd="9" destOrd="0" presId="urn:microsoft.com/office/officeart/2005/8/layout/radial1"/>
    <dgm:cxn modelId="{D94B7E40-DCDC-484D-BE32-83623367A636}" type="presParOf" srcId="{19C80693-6F7A-4B89-BAFE-ECF4AEC7402E}" destId="{1B96B6D6-E79F-4E27-A8F6-C372B2D28F4B}" srcOrd="0" destOrd="0" presId="urn:microsoft.com/office/officeart/2005/8/layout/radial1"/>
    <dgm:cxn modelId="{A3B0BD2B-6EB6-4A40-9626-5A1E56351872}" type="presParOf" srcId="{E4B979F4-0D2F-4044-91D8-CE52EC4DD4DD}" destId="{97A6D81C-3BE2-4FEC-A4AA-F8EC3CF380DC}" srcOrd="10" destOrd="0" presId="urn:microsoft.com/office/officeart/2005/8/layout/radial1"/>
    <dgm:cxn modelId="{225FFB8C-FFEC-4BAF-90A6-4675DC0FA8C4}" type="presParOf" srcId="{E4B979F4-0D2F-4044-91D8-CE52EC4DD4DD}" destId="{8918DB28-CD2C-4773-8AA5-91B065A909FD}" srcOrd="11" destOrd="0" presId="urn:microsoft.com/office/officeart/2005/8/layout/radial1"/>
    <dgm:cxn modelId="{8AB3ACFB-2FBC-47CD-A254-39BB4CE50BB6}" type="presParOf" srcId="{8918DB28-CD2C-4773-8AA5-91B065A909FD}" destId="{BD3BBFFA-C8D3-4FC1-94E5-E6913B1BAD2B}" srcOrd="0" destOrd="0" presId="urn:microsoft.com/office/officeart/2005/8/layout/radial1"/>
    <dgm:cxn modelId="{374AF8EA-A303-4351-986B-51513D33C479}" type="presParOf" srcId="{E4B979F4-0D2F-4044-91D8-CE52EC4DD4DD}" destId="{478BE356-420E-4DE5-976A-C6206C7BA8E8}" srcOrd="12" destOrd="0" presId="urn:microsoft.com/office/officeart/2005/8/layout/radial1"/>
    <dgm:cxn modelId="{9C5370BD-B07D-497A-9811-33926842135C}" type="presParOf" srcId="{E4B979F4-0D2F-4044-91D8-CE52EC4DD4DD}" destId="{9A5D03B3-32D0-4FAD-997D-BC96C35420A9}" srcOrd="13" destOrd="0" presId="urn:microsoft.com/office/officeart/2005/8/layout/radial1"/>
    <dgm:cxn modelId="{C650C716-4481-4D18-9EA6-C48B4FD180B0}" type="presParOf" srcId="{9A5D03B3-32D0-4FAD-997D-BC96C35420A9}" destId="{DB851EF0-3233-4072-B881-CC8C99C8A9F7}" srcOrd="0" destOrd="0" presId="urn:microsoft.com/office/officeart/2005/8/layout/radial1"/>
    <dgm:cxn modelId="{F5D0D622-3848-4F19-A17E-AB35721D659C}" type="presParOf" srcId="{E4B979F4-0D2F-4044-91D8-CE52EC4DD4DD}" destId="{F0EBADD9-DCA4-4E1C-819E-2A5CD83DC07E}" srcOrd="14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28F0498-4E18-4B13-BA85-6C33A525711E}">
      <dsp:nvSpPr>
        <dsp:cNvPr id="0" name=""/>
        <dsp:cNvSpPr/>
      </dsp:nvSpPr>
      <dsp:spPr>
        <a:xfrm>
          <a:off x="5526749" y="1725941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700" tIns="12700" rIns="12700" bIns="127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2000" kern="1200" dirty="0"/>
            <a:t>Broker MQTT</a:t>
          </a:r>
        </a:p>
      </dsp:txBody>
      <dsp:txXfrm>
        <a:off x="5693478" y="1892670"/>
        <a:ext cx="805042" cy="805042"/>
      </dsp:txXfrm>
    </dsp:sp>
    <dsp:sp modelId="{81CF8CE1-DD1F-4506-8AD5-23786BBD7B00}">
      <dsp:nvSpPr>
        <dsp:cNvPr id="0" name=""/>
        <dsp:cNvSpPr/>
      </dsp:nvSpPr>
      <dsp:spPr>
        <a:xfrm rot="16200000">
          <a:off x="5811433" y="1432970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triangl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081771" y="1427146"/>
        <a:ext cx="28456" cy="28456"/>
      </dsp:txXfrm>
    </dsp:sp>
    <dsp:sp modelId="{0C1C1041-AB76-4596-9282-46DBD8E226BC}">
      <dsp:nvSpPr>
        <dsp:cNvPr id="0" name=""/>
        <dsp:cNvSpPr/>
      </dsp:nvSpPr>
      <dsp:spPr>
        <a:xfrm>
          <a:off x="5526749" y="18307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900" kern="1200" dirty="0"/>
            <a:t>Climatizzatore Smart</a:t>
          </a:r>
        </a:p>
      </dsp:txBody>
      <dsp:txXfrm>
        <a:off x="5693478" y="185036"/>
        <a:ext cx="805042" cy="805042"/>
      </dsp:txXfrm>
    </dsp:sp>
    <dsp:sp modelId="{095DEDE3-19E8-4353-9204-86724AD34C0F}">
      <dsp:nvSpPr>
        <dsp:cNvPr id="0" name=""/>
        <dsp:cNvSpPr/>
      </dsp:nvSpPr>
      <dsp:spPr>
        <a:xfrm rot="19285714">
          <a:off x="6478974" y="1754441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749312" y="1748617"/>
        <a:ext cx="28456" cy="28456"/>
      </dsp:txXfrm>
    </dsp:sp>
    <dsp:sp modelId="{0E2E30CC-87FE-41CA-98CF-44C9702E6E46}">
      <dsp:nvSpPr>
        <dsp:cNvPr id="0" name=""/>
        <dsp:cNvSpPr/>
      </dsp:nvSpPr>
      <dsp:spPr>
        <a:xfrm>
          <a:off x="6861831" y="661249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Sensore Porta</a:t>
          </a:r>
        </a:p>
      </dsp:txBody>
      <dsp:txXfrm>
        <a:off x="7028560" y="827978"/>
        <a:ext cx="805042" cy="805042"/>
      </dsp:txXfrm>
    </dsp:sp>
    <dsp:sp modelId="{6CE19204-FD8C-4150-B431-34BEFBC24FF5}">
      <dsp:nvSpPr>
        <dsp:cNvPr id="0" name=""/>
        <dsp:cNvSpPr/>
      </dsp:nvSpPr>
      <dsp:spPr>
        <a:xfrm rot="771429">
          <a:off x="6643843" y="2476779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914181" y="2470955"/>
        <a:ext cx="28456" cy="28456"/>
      </dsp:txXfrm>
    </dsp:sp>
    <dsp:sp modelId="{73267C5F-EFEB-463A-9842-8237AF88AF97}">
      <dsp:nvSpPr>
        <dsp:cNvPr id="0" name=""/>
        <dsp:cNvSpPr/>
      </dsp:nvSpPr>
      <dsp:spPr>
        <a:xfrm>
          <a:off x="7191569" y="2105926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160" tIns="10160" rIns="10160" bIns="101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600" kern="1200" dirty="0"/>
            <a:t>Sensore Finestra</a:t>
          </a:r>
        </a:p>
      </dsp:txBody>
      <dsp:txXfrm>
        <a:off x="7358298" y="2272655"/>
        <a:ext cx="805042" cy="805042"/>
      </dsp:txXfrm>
    </dsp:sp>
    <dsp:sp modelId="{EC3966FA-A66E-4DD5-BF26-871430298DBE}">
      <dsp:nvSpPr>
        <dsp:cNvPr id="0" name=""/>
        <dsp:cNvSpPr/>
      </dsp:nvSpPr>
      <dsp:spPr>
        <a:xfrm rot="3857143">
          <a:off x="6181890" y="3056050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triangle" w="med" len="med"/>
          <a:tailEnd type="non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>
        <a:off x="6452228" y="3050226"/>
        <a:ext cx="28456" cy="28456"/>
      </dsp:txXfrm>
    </dsp:sp>
    <dsp:sp modelId="{77B41778-23D5-464E-A637-052F9DA18280}">
      <dsp:nvSpPr>
        <dsp:cNvPr id="0" name=""/>
        <dsp:cNvSpPr/>
      </dsp:nvSpPr>
      <dsp:spPr>
        <a:xfrm>
          <a:off x="6267664" y="3264466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Sensore Atmosferico</a:t>
          </a:r>
        </a:p>
      </dsp:txBody>
      <dsp:txXfrm>
        <a:off x="6434393" y="3431195"/>
        <a:ext cx="805042" cy="805042"/>
      </dsp:txXfrm>
    </dsp:sp>
    <dsp:sp modelId="{19C80693-6F7A-4B89-BAFE-ECF4AEC7402E}">
      <dsp:nvSpPr>
        <dsp:cNvPr id="0" name=""/>
        <dsp:cNvSpPr/>
      </dsp:nvSpPr>
      <dsp:spPr>
        <a:xfrm rot="6942857">
          <a:off x="5440975" y="3056050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non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 rot="10800000">
        <a:off x="5711314" y="3050226"/>
        <a:ext cx="28456" cy="28456"/>
      </dsp:txXfrm>
    </dsp:sp>
    <dsp:sp modelId="{97A6D81C-3BE2-4FEC-A4AA-F8EC3CF380DC}">
      <dsp:nvSpPr>
        <dsp:cNvPr id="0" name=""/>
        <dsp:cNvSpPr/>
      </dsp:nvSpPr>
      <dsp:spPr>
        <a:xfrm>
          <a:off x="4785835" y="3264466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Information Display</a:t>
          </a:r>
        </a:p>
      </dsp:txBody>
      <dsp:txXfrm>
        <a:off x="4952564" y="3431195"/>
        <a:ext cx="805042" cy="805042"/>
      </dsp:txXfrm>
    </dsp:sp>
    <dsp:sp modelId="{8918DB28-CD2C-4773-8AA5-91B065A909FD}">
      <dsp:nvSpPr>
        <dsp:cNvPr id="0" name=""/>
        <dsp:cNvSpPr/>
      </dsp:nvSpPr>
      <dsp:spPr>
        <a:xfrm rot="10028571">
          <a:off x="4979023" y="2476779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triangle" w="med" len="med"/>
          <a:tailEnd type="triangle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 rot="10800000">
        <a:off x="5249361" y="2470955"/>
        <a:ext cx="28456" cy="28456"/>
      </dsp:txXfrm>
    </dsp:sp>
    <dsp:sp modelId="{478BE356-420E-4DE5-976A-C6206C7BA8E8}">
      <dsp:nvSpPr>
        <dsp:cNvPr id="0" name=""/>
        <dsp:cNvSpPr/>
      </dsp:nvSpPr>
      <dsp:spPr>
        <a:xfrm>
          <a:off x="3861929" y="2105926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100" kern="1200" dirty="0"/>
            <a:t>Pannello Elettrico Smart</a:t>
          </a:r>
        </a:p>
      </dsp:txBody>
      <dsp:txXfrm>
        <a:off x="4028658" y="2272655"/>
        <a:ext cx="805042" cy="805042"/>
      </dsp:txXfrm>
    </dsp:sp>
    <dsp:sp modelId="{9A5D03B3-32D0-4FAD-997D-BC96C35420A9}">
      <dsp:nvSpPr>
        <dsp:cNvPr id="0" name=""/>
        <dsp:cNvSpPr/>
      </dsp:nvSpPr>
      <dsp:spPr>
        <a:xfrm rot="13114286">
          <a:off x="5143892" y="1754441"/>
          <a:ext cx="569133" cy="16808"/>
        </a:xfrm>
        <a:custGeom>
          <a:avLst/>
          <a:gdLst/>
          <a:ahLst/>
          <a:cxnLst/>
          <a:rect l="0" t="0" r="0" b="0"/>
          <a:pathLst>
            <a:path>
              <a:moveTo>
                <a:pt x="0" y="8404"/>
              </a:moveTo>
              <a:lnTo>
                <a:pt x="569133" y="8404"/>
              </a:lnTo>
            </a:path>
          </a:pathLst>
        </a:custGeom>
        <a:noFill/>
        <a:ln w="19050" cap="rnd" cmpd="sng" algn="ctr">
          <a:solidFill>
            <a:schemeClr val="accent1"/>
          </a:solidFill>
          <a:prstDash val="solid"/>
          <a:headEnd type="arrow" w="med" len="med"/>
          <a:tailEnd type="arrow" w="med" len="me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it-IT" sz="500" kern="1200"/>
        </a:p>
      </dsp:txBody>
      <dsp:txXfrm rot="10800000">
        <a:off x="5414230" y="1748617"/>
        <a:ext cx="28456" cy="28456"/>
      </dsp:txXfrm>
    </dsp:sp>
    <dsp:sp modelId="{F0EBADD9-DCA4-4E1C-819E-2A5CD83DC07E}">
      <dsp:nvSpPr>
        <dsp:cNvPr id="0" name=""/>
        <dsp:cNvSpPr/>
      </dsp:nvSpPr>
      <dsp:spPr>
        <a:xfrm>
          <a:off x="4191667" y="661249"/>
          <a:ext cx="1138500" cy="113850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800" kern="1200" dirty="0"/>
            <a:t>DC&amp;M</a:t>
          </a:r>
        </a:p>
      </dsp:txBody>
      <dsp:txXfrm>
        <a:off x="4358396" y="827978"/>
        <a:ext cx="805042" cy="8050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5400000">
            <a:off x="10089390" y="1792223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1E700B27-DE4C-4B9E-BB11-B9027034A00F}" type="datetimeFigureOut">
              <a:rPr lang="en-US" dirty="0"/>
              <a:pPr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5400000">
            <a:off x="8959592" y="3226820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1008" y="292608"/>
            <a:ext cx="838199" cy="767687"/>
          </a:xfrm>
        </p:spPr>
        <p:txBody>
          <a:bodyPr/>
          <a:lstStyle>
            <a:lvl1pPr>
              <a:defRPr sz="2800" b="0" i="0">
                <a:latin typeface="+mj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C51FCE-E4BB-4680-8E50-3C0E348D2609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677645"/>
            <a:ext cx="4351023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8" y="2677644"/>
            <a:ext cx="3755379" cy="228382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AA073D-A903-47F8-8D16-77642FB0DF1F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1FA40-626B-4CA1-85D0-7A9016E395BA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0" y="3179762"/>
            <a:ext cx="4825159" cy="2840039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425EA-B9DC-48A7-991E-9A82573B1B21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CB97F8-6CEB-469B-AFCC-889F2A2B1D5A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A9179F-009E-4FA5-B091-7EBB82A185BD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295400"/>
            <a:ext cx="2793159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5" cy="4572000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2895600"/>
            <a:ext cx="2793158" cy="312927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665CEB-0076-4E37-B880-BCEA9784DE0A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roup 19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Rectangle 7"/>
            <p:cNvSpPr/>
            <p:nvPr/>
          </p:nvSpPr>
          <p:spPr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693332"/>
            <a:ext cx="3860260" cy="173566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5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149E5E-3896-4118-99A7-7B85668F1C5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magine panoramica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966674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6" y="553666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0F4739-9812-4A9F-890D-2AD6BA5F6EE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063416"/>
            <a:ext cx="8825659" cy="1379755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845AC5-A3F8-44AA-BA8F-596CDCC976D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5" name="Rectangle 14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3" name="TextBox 12"/>
          <p:cNvSpPr txBox="1"/>
          <p:nvPr/>
        </p:nvSpPr>
        <p:spPr>
          <a:xfrm>
            <a:off x="9719438" y="2631815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8295" y="591093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96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0517"/>
            <a:ext cx="8453906" cy="2698249"/>
          </a:xfrm>
        </p:spPr>
        <p:txBody>
          <a:bodyPr/>
          <a:lstStyle>
            <a:lvl1pPr>
              <a:defRPr sz="40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25772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73B183-A821-4095-A363-9EC968635539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2" name="Rectangle 3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33068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D01B4-0AA5-45E6-B2E6-5FA4078AEBCF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17299"/>
            <a:ext cx="312916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4" y="3193561"/>
            <a:ext cx="3129168" cy="283349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2"/>
            <a:ext cx="314538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93561"/>
            <a:ext cx="3145380" cy="283349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6700" y="2617299"/>
            <a:ext cx="3161029" cy="576261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6700" y="3193561"/>
            <a:ext cx="3164719" cy="28334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1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47335C-0450-40D7-8612-B3203BED4F2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onne immag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2" y="4532845"/>
            <a:ext cx="30504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2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3" y="5109107"/>
            <a:ext cx="3050437" cy="91794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537" y="4532846"/>
            <a:ext cx="3046766" cy="651156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3" y="2603500"/>
            <a:ext cx="2691241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68865" y="5184002"/>
            <a:ext cx="3050438" cy="84305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3434" y="4532847"/>
            <a:ext cx="3050438" cy="65115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3434" y="5184001"/>
            <a:ext cx="3050437" cy="843054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388153" y="2603500"/>
            <a:ext cx="0" cy="3517594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801905" y="2603500"/>
            <a:ext cx="0" cy="34925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46A105-2A1C-4284-B4EA-07CF89B1A393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973668"/>
            <a:ext cx="8825660" cy="706964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DBE609-F3F2-45E6-BD6A-E03A8C86C1A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76756" y="1278468"/>
            <a:ext cx="1413933" cy="4748589"/>
          </a:xfrm>
        </p:spPr>
        <p:txBody>
          <a:bodyPr vert="eaVert" anchor="b" anchorCtr="0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8"/>
            <a:ext cx="6247546" cy="4748590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24AD68-089C-4467-A8F3-EA2BBCA6B44E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-2373"/>
            <a:ext cx="12192000" cy="6867027"/>
            <a:chOff x="0" y="-2373"/>
            <a:chExt cx="12192000" cy="6867027"/>
          </a:xfrm>
        </p:grpSpPr>
        <p:sp>
          <p:nvSpPr>
            <p:cNvPr id="26" name="Rectangle 25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322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1000"/>
                  </a:schemeClr>
                </a:gs>
                <a:gs pos="75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175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8000"/>
                  </a:schemeClr>
                </a:gs>
                <a:gs pos="72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7000"/>
                  </a:schemeClr>
                </a:gs>
                <a:gs pos="69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7999412" y="-2373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74054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0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1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3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2603500"/>
            <a:ext cx="8761412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0938" y="639406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7E0D914D-B099-4142-A885-11F276715148}" type="datetimeFigureOut">
              <a:rPr lang="en-US" dirty="0"/>
              <a:t>7/23/2026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28358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 b="1" i="0">
                <a:solidFill>
                  <a:schemeClr val="accent1"/>
                </a:solidFill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22" name="Rectangle 21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‹N›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transition spd="slow">
    <p:push dir="u"/>
  </p:transition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ItalianDudes/IIoT-SmartRoom" TargetMode="Externa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0936086-DD17-5ABE-DBA1-DB3E212573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Smart Room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C7645C-7A0F-FC31-8A33-A20BC1F8E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/>
              <a:t>Progetto IIOT Anno accademico 2025/2026</a:t>
            </a:r>
          </a:p>
          <a:p>
            <a:r>
              <a:rPr lang="it-IT" dirty="0"/>
              <a:t>Presentazione A cura di La corte ALESSIO, Matricola 187961</a:t>
            </a:r>
          </a:p>
        </p:txBody>
      </p:sp>
    </p:spTree>
    <p:extLst>
      <p:ext uri="{BB962C8B-B14F-4D97-AF65-F5344CB8AC3E}">
        <p14:creationId xmlns:p14="http://schemas.microsoft.com/office/powerpoint/2010/main" val="1321061728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DB2D237-4369-327C-ECF8-F1542322B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L’Idea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63058AB-7ED5-76A2-FB06-C7884AD071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Camera mia è piena di dispositivi elettronici, tra cui computer e server molto costosi.</a:t>
            </a:r>
          </a:p>
          <a:p>
            <a:r>
              <a:rPr lang="it-IT" dirty="0"/>
              <a:t>La temperatura della stanza d’estate è molto alta, per cui è prevista l’installazione di un climatizzatore.</a:t>
            </a:r>
          </a:p>
          <a:p>
            <a:r>
              <a:rPr lang="it-IT" dirty="0"/>
              <a:t>L’area in cui vivo è soggetta a fenomeni estremi per le apparecchiature elettroniche, tra cui sbalzi di tensione, interruzione improvvisa della corrente o entrambi.</a:t>
            </a:r>
          </a:p>
          <a:p>
            <a:r>
              <a:rPr lang="it-IT" dirty="0"/>
              <a:t>C’è l’esigenza di implementare una soluzione che vada a sistemare (o quantomeno a tamponare) questi problemi.</a:t>
            </a:r>
          </a:p>
        </p:txBody>
      </p:sp>
    </p:spTree>
    <p:extLst>
      <p:ext uri="{BB962C8B-B14F-4D97-AF65-F5344CB8AC3E}">
        <p14:creationId xmlns:p14="http://schemas.microsoft.com/office/powerpoint/2010/main" val="132101034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726F689-5B6E-BBE0-9415-04429B8037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Per dare un’idea…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C10E22-0C9A-6B65-FA78-FD4A171827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Nella slide precedente non era presente ironia sfortunatamente, questo è quello che è successo in data 22/07/2026 a causa di un guasto dell’impianto elettrico stradale.</a:t>
            </a:r>
          </a:p>
          <a:p>
            <a:r>
              <a:rPr lang="it-IT" dirty="0"/>
              <a:t>I danni fatti da questo incidente sono a dir poco </a:t>
            </a:r>
            <a:r>
              <a:rPr lang="it-IT" b="1" i="1" dirty="0"/>
              <a:t>parecchi</a:t>
            </a:r>
            <a:r>
              <a:rPr lang="it-IT" dirty="0"/>
              <a:t>.</a:t>
            </a:r>
          </a:p>
          <a:p>
            <a:r>
              <a:rPr lang="it-IT" dirty="0"/>
              <a:t>L’immagine riporta la lettura della tensione al contatore tramite un multimetro.</a:t>
            </a:r>
          </a:p>
          <a:p>
            <a:r>
              <a:rPr lang="it-IT" dirty="0"/>
              <a:t>348 Volt, la lettura prevista era di 220 Volt…</a:t>
            </a:r>
          </a:p>
        </p:txBody>
      </p:sp>
      <p:pic>
        <p:nvPicPr>
          <p:cNvPr id="5" name="Immagine 4">
            <a:extLst>
              <a:ext uri="{FF2B5EF4-FFF2-40B4-BE49-F238E27FC236}">
                <a16:creationId xmlns:a16="http://schemas.microsoft.com/office/drawing/2014/main" id="{155F75A6-551F-20B7-EA21-713F539C02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514" b="9379"/>
          <a:stretch>
            <a:fillRect/>
          </a:stretch>
        </p:blipFill>
        <p:spPr>
          <a:xfrm>
            <a:off x="9241974" y="2994407"/>
            <a:ext cx="2645225" cy="3673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13015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D17066A-46D3-C79F-FA3E-03210F28BC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La soluzione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F5C071F-008E-8BDA-C0B6-49991D478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Implementare un ecosistema smart per la mia camera in modo da tutelare l’apparecchiatura costosa e sistemare il problema delle temperature invivibili d’estate.</a:t>
            </a:r>
          </a:p>
          <a:p>
            <a:r>
              <a:rPr lang="it-IT" dirty="0"/>
              <a:t>Collegare tutti i dispositivi e visualizzare le informazioni </a:t>
            </a:r>
            <a:r>
              <a:rPr lang="it-IT" b="1" dirty="0"/>
              <a:t>in tempo reale </a:t>
            </a:r>
            <a:r>
              <a:rPr lang="it-IT" dirty="0"/>
              <a:t>su un display LCD.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86578441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86DE90-F878-4761-A948-F4D9D3CB2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18FA5BD-5461-8617-725D-E40D347B3D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321" y="2099733"/>
            <a:ext cx="11213960" cy="1648302"/>
          </a:xfrm>
        </p:spPr>
        <p:txBody>
          <a:bodyPr/>
          <a:lstStyle/>
          <a:p>
            <a:pPr algn="ctr"/>
            <a:r>
              <a:rPr lang="it-IT" dirty="0"/>
              <a:t>Implementazione Soluzione</a:t>
            </a:r>
          </a:p>
        </p:txBody>
      </p:sp>
    </p:spTree>
    <p:extLst>
      <p:ext uri="{BB962C8B-B14F-4D97-AF65-F5344CB8AC3E}">
        <p14:creationId xmlns:p14="http://schemas.microsoft.com/office/powerpoint/2010/main" val="2712133602"/>
      </p:ext>
    </p:extLst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6AAE31E-B773-4FE6-2CC2-D3D1946DD3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Tecnologie Impiegate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2B0B4F-0929-21CE-0198-6354B19AE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Java 21 con interfaccia </a:t>
            </a:r>
            <a:r>
              <a:rPr lang="it-IT" dirty="0" err="1"/>
              <a:t>JavaFX</a:t>
            </a:r>
            <a:endParaRPr lang="it-IT" dirty="0"/>
          </a:p>
          <a:p>
            <a:r>
              <a:rPr lang="it-IT" dirty="0"/>
              <a:t>MQTT Client 3.5 + Broker Embedded</a:t>
            </a:r>
          </a:p>
          <a:p>
            <a:r>
              <a:rPr lang="it-IT" dirty="0"/>
              <a:t>VPN </a:t>
            </a:r>
            <a:r>
              <a:rPr lang="it-IT" dirty="0" err="1"/>
              <a:t>Wireguard</a:t>
            </a:r>
            <a:r>
              <a:rPr lang="it-IT" dirty="0"/>
              <a:t> per accedere al DC&amp;M mentre sono fuori casa.</a:t>
            </a:r>
          </a:p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742074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3E9CCE5-4435-E346-0E49-6943C2747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Lista Dispositivi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A521964-B120-C742-701D-BAA60CABEA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Climatizzatore Smart</a:t>
            </a:r>
          </a:p>
          <a:p>
            <a:r>
              <a:rPr lang="it-IT" dirty="0"/>
              <a:t>Sensore Atmosferico Multifunzione</a:t>
            </a:r>
          </a:p>
          <a:p>
            <a:r>
              <a:rPr lang="it-IT" dirty="0"/>
              <a:t>Pannello Elettrico Smart</a:t>
            </a:r>
          </a:p>
          <a:p>
            <a:r>
              <a:rPr lang="it-IT" dirty="0"/>
              <a:t>Information Display</a:t>
            </a:r>
          </a:p>
          <a:p>
            <a:r>
              <a:rPr lang="it-IT" dirty="0"/>
              <a:t>Sensore Porta e Finestra</a:t>
            </a:r>
          </a:p>
          <a:p>
            <a:r>
              <a:rPr lang="it-IT" dirty="0"/>
              <a:t>Data </a:t>
            </a:r>
            <a:r>
              <a:rPr lang="it-IT" dirty="0" err="1"/>
              <a:t>Collector</a:t>
            </a:r>
            <a:r>
              <a:rPr lang="it-IT" dirty="0"/>
              <a:t> &amp; Manager (DC&amp;M) [VIRTUALE]</a:t>
            </a:r>
          </a:p>
        </p:txBody>
      </p:sp>
    </p:spTree>
    <p:extLst>
      <p:ext uri="{BB962C8B-B14F-4D97-AF65-F5344CB8AC3E}">
        <p14:creationId xmlns:p14="http://schemas.microsoft.com/office/powerpoint/2010/main" val="6199134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E76CE65-EF59-22D3-5F4A-4F0A3D31A5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Architettura</a:t>
            </a:r>
          </a:p>
        </p:txBody>
      </p:sp>
      <p:graphicFrame>
        <p:nvGraphicFramePr>
          <p:cNvPr id="5" name="Segnaposto contenuto 4">
            <a:extLst>
              <a:ext uri="{FF2B5EF4-FFF2-40B4-BE49-F238E27FC236}">
                <a16:creationId xmlns:a16="http://schemas.microsoft.com/office/drawing/2014/main" id="{4631F24D-1BE1-65ED-BECC-259A4A4694A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82352131"/>
              </p:ext>
            </p:extLst>
          </p:nvPr>
        </p:nvGraphicFramePr>
        <p:xfrm>
          <a:off x="0" y="2311121"/>
          <a:ext cx="12192000" cy="4421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91118044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B7A3651-447F-F6FF-EF06-6285783E5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!! DISCLAIMER !!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9D94D0B5-DB08-1B4C-41B5-129377EE35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dirty="0"/>
              <a:t>La demo che sta per essere mostrata è una simulazione.</a:t>
            </a:r>
          </a:p>
          <a:p>
            <a:r>
              <a:rPr lang="it-IT" dirty="0"/>
              <a:t>E’ possibile interagire con le variabili di simulazione attraverso il pannello Direttore.</a:t>
            </a:r>
          </a:p>
          <a:p>
            <a:r>
              <a:rPr lang="it-IT" dirty="0"/>
              <a:t>I dati forniti da alcuni sensori sono ovviamente presi dal Direttore programmaticamente.</a:t>
            </a:r>
          </a:p>
          <a:p>
            <a:r>
              <a:rPr lang="it-IT" dirty="0"/>
              <a:t>Tutto il resto della comunicazione è eseguita regolarmente in MQTT.</a:t>
            </a:r>
          </a:p>
          <a:p>
            <a:r>
              <a:rPr lang="it-IT" dirty="0"/>
              <a:t>La logica e l’interfaccia sono completamente separate in modo da rendere più agibile la conversione da simulazione a caso d’uso reale quando verranno installati i dispositivi.</a:t>
            </a:r>
          </a:p>
        </p:txBody>
      </p:sp>
    </p:spTree>
    <p:extLst>
      <p:ext uri="{BB962C8B-B14F-4D97-AF65-F5344CB8AC3E}">
        <p14:creationId xmlns:p14="http://schemas.microsoft.com/office/powerpoint/2010/main" val="603346229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B4EB0-1B63-2DF0-A91C-FD550C33B0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EA0ABD2-3FD7-9416-5D56-54DA00854D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321" y="2099733"/>
            <a:ext cx="11213960" cy="1648302"/>
          </a:xfrm>
        </p:spPr>
        <p:txBody>
          <a:bodyPr/>
          <a:lstStyle/>
          <a:p>
            <a:pPr algn="ctr"/>
            <a:r>
              <a:rPr lang="it-IT" dirty="0"/>
              <a:t>Demo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89B918C4-AD8B-D334-83B8-B04FDC15AC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34223" y="5918478"/>
            <a:ext cx="6662057" cy="453851"/>
          </a:xfrm>
        </p:spPr>
        <p:txBody>
          <a:bodyPr/>
          <a:lstStyle/>
          <a:p>
            <a:r>
              <a:rPr lang="it-IT" dirty="0"/>
              <a:t>Sorgente: </a:t>
            </a:r>
            <a:r>
              <a:rPr lang="it-IT" dirty="0">
                <a:hlinkClick r:id="rId2"/>
              </a:rPr>
              <a:t>github.com/</a:t>
            </a:r>
            <a:r>
              <a:rPr lang="it-IT" dirty="0" err="1">
                <a:hlinkClick r:id="rId2"/>
              </a:rPr>
              <a:t>ItalianDudes</a:t>
            </a:r>
            <a:r>
              <a:rPr lang="it-IT" dirty="0">
                <a:hlinkClick r:id="rId2"/>
              </a:rPr>
              <a:t>/</a:t>
            </a:r>
            <a:r>
              <a:rPr lang="it-IT" dirty="0" err="1">
                <a:hlinkClick r:id="rId2"/>
              </a:rPr>
              <a:t>IIoT-SmartRoom</a:t>
            </a: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95265947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4297-27E4-53EA-81CB-D6D0C84FE2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6C5F764-5FA8-D9E1-81DD-465EC454B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2321" y="2099733"/>
            <a:ext cx="11213960" cy="1648302"/>
          </a:xfrm>
        </p:spPr>
        <p:txBody>
          <a:bodyPr/>
          <a:lstStyle/>
          <a:p>
            <a:pPr algn="ctr"/>
            <a:r>
              <a:rPr lang="it-IT" dirty="0"/>
              <a:t>Grazie per L’attenzione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7F219E4-64A1-C2FF-CB27-DEEBBD7F84C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84196" y="3993608"/>
            <a:ext cx="9423607" cy="861420"/>
          </a:xfrm>
        </p:spPr>
        <p:txBody>
          <a:bodyPr>
            <a:normAutofit/>
          </a:bodyPr>
          <a:lstStyle/>
          <a:p>
            <a:r>
              <a:rPr lang="it-IT" dirty="0"/>
              <a:t>PROGETTO IDEATO E IMPLEMENTATO DA LA CORTE ALESSIO, MATRICOLA 187961.</a:t>
            </a:r>
          </a:p>
        </p:txBody>
      </p:sp>
    </p:spTree>
    <p:extLst>
      <p:ext uri="{BB962C8B-B14F-4D97-AF65-F5344CB8AC3E}">
        <p14:creationId xmlns:p14="http://schemas.microsoft.com/office/powerpoint/2010/main" val="1367221609"/>
      </p:ext>
    </p:extLst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Riunioni ione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TM02900722[[fn=Sala riunioni ione]]</Template>
  <TotalTime>82</TotalTime>
  <Words>384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4" baseType="lpstr">
      <vt:lpstr>Century Gothic</vt:lpstr>
      <vt:lpstr>Wingdings 3</vt:lpstr>
      <vt:lpstr>Riunioni ione</vt:lpstr>
      <vt:lpstr>Smart Room</vt:lpstr>
      <vt:lpstr>L’Idea</vt:lpstr>
      <vt:lpstr>Per dare un’idea…</vt:lpstr>
      <vt:lpstr>La soluzione</vt:lpstr>
      <vt:lpstr>Implementazione Soluzione</vt:lpstr>
      <vt:lpstr>Tecnologie Impiegate</vt:lpstr>
      <vt:lpstr>Lista Dispositivi</vt:lpstr>
      <vt:lpstr>Architettura</vt:lpstr>
      <vt:lpstr>!! DISCLAIMER !!</vt:lpstr>
      <vt:lpstr>Demo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Alessio La Corte</dc:creator>
  <cp:lastModifiedBy>Alessio La Corte</cp:lastModifiedBy>
  <cp:revision>5</cp:revision>
  <dcterms:created xsi:type="dcterms:W3CDTF">2026-07-22T21:02:16Z</dcterms:created>
  <dcterms:modified xsi:type="dcterms:W3CDTF">2026-07-22T22:26:44Z</dcterms:modified>
</cp:coreProperties>
</file>